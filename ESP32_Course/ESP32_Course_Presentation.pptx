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[인프런 강의] ESP32 IoT 시스템 실전 강의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초보자도 만드는 실전 하드웨어 &amp; 소프트웨어 연동</a:t>
            </a:r>
          </a:p>
        </p:txBody>
      </p:sp>
      <p:pic>
        <p:nvPicPr>
          <p:cNvPr id="4" name="Picture 3" descr="esp32_custom_pcb_v2_1771944247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이런 분께 추천해요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ESP32를 처음 시작하지만 실전 시스템을 원하는 분</a:t>
            </a:r>
          </a:p>
          <a:p>
            <a:pPr/>
            <a:r>
              <a:t>아두이노 경험 후 Wi-Fi/BLE 연동이 어려운 분</a:t>
            </a:r>
          </a:p>
          <a:p>
            <a:pPr/>
            <a:r>
              <a:t>센서부터 클라우드까지의 IoT 전체 흐름 이해</a:t>
            </a:r>
          </a:p>
          <a:p>
            <a:pPr/>
            <a:r>
              <a:t>제품 수준의 프로젝트를 완성하고 싶은 예비창업자/개발자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무엇을 배우나요?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ESP32의 기본 구조 (GPIO, ADC, PWM)</a:t>
            </a:r>
          </a:p>
          <a:p>
            <a:pPr/>
            <a:r>
              <a:t>2. 센서 인터페이스 실습 (I2C 온습도, ADC 보정)</a:t>
            </a:r>
          </a:p>
          <a:p>
            <a:pPr/>
            <a:r>
              <a:t>3. PWM 출력 제어 (LEDC 정밀 제어)</a:t>
            </a:r>
          </a:p>
          <a:p>
            <a:pPr/>
            <a:r>
              <a:t>4. BLE 기본 구조와 스마트폰 연동</a:t>
            </a:r>
          </a:p>
          <a:p>
            <a:pPr/>
            <a:r>
              <a:t>5. Wi-Fi 및 HTTP 통신 기법</a:t>
            </a:r>
          </a:p>
          <a:p>
            <a:pPr/>
            <a:r>
              <a:t>6. IoT 전체 시스템 아키텍처 설계</a:t>
            </a:r>
          </a:p>
          <a:p>
            <a:pPr/>
            <a:r>
              <a:t>7. 실무 디버깅과 문제 해결 전략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기초 및 센서 인터페이스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ESP32 구조 파악: CPU, 핀 맵 분석 및 실제 배선</a:t>
            </a:r>
          </a:p>
          <a:p>
            <a:pPr/>
            <a:r>
              <a:t>센서 마스터: I2C 통신 센서 및 아날로그 값 보정</a:t>
            </a:r>
          </a:p>
          <a:p>
            <a:pPr/>
            <a:r>
              <a:t>데이터 핸들링: 단순 연결을 넘어선 데이터 처리 기술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📶 통신 및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PWM 제어: 정밀한 출력 제어 원리 실습</a:t>
            </a:r>
          </a:p>
          <a:p>
            <a:pPr/>
            <a:r>
              <a:t>BLE (Bluetooth): Server/Client 및 Notify 구조</a:t>
            </a:r>
          </a:p>
          <a:p>
            <a:pPr/>
            <a:r>
              <a:t>Wi-Fi: 스테이션 모드와 클라우드 데이터 업로드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수강 후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ESP32 내부 구조 완벽 이해</a:t>
            </a:r>
          </a:p>
          <a:p>
            <a:pPr/>
            <a:r>
              <a:t>다양한 센서의 자유로운 연결 및 제어</a:t>
            </a:r>
          </a:p>
          <a:p>
            <a:pPr/>
            <a:r>
              <a:t>실무 수준의 BLE/Wi-Fi 통신 구현</a:t>
            </a:r>
          </a:p>
          <a:p>
            <a:pPr/>
            <a:r>
              <a:t>나만의 IoT 시스템 설계 및 제작 역량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👨‍🏫 강사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실제 IoT 제품을 설계하는 현업 엔지니어</a:t>
            </a:r>
          </a:p>
          <a:p>
            <a:pPr/>
            <a:r>
              <a:t>철학: '설계자의 사고방식'을 전달하는 강의</a:t>
            </a:r>
          </a:p>
          <a:p>
            <a:pPr/>
            <a:r>
              <a:t>목표: 단순 학습을 넘어선 '시장성 있는 제품' 제작 지원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❓ 자주 묻는 질문 (FAQ)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Q: 완전 초보도 가능한가요? -&gt; 네, 기초부터 단계별로 진행합니다.</a:t>
            </a:r>
          </a:p>
          <a:p>
            <a:pPr/>
            <a:r>
              <a:t>Q: 아두이노 몰라도 되나요? -&gt; 필수는 아니나 경험 시 습득이 빠릅니다.</a:t>
            </a:r>
          </a:p>
          <a:p>
            <a:pPr/>
            <a:r>
              <a:t>Q: PCB 제작 비용은? -&gt; 강의료와 별도이나 상세 가이드를 제공합니다.</a:t>
            </a:r>
          </a:p>
          <a:p>
            <a:pPr/>
            <a:r>
              <a:t>Q: 준비물은? -&gt; Arduino IDE, KiCAD 설치 및 부품 리스트 안내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